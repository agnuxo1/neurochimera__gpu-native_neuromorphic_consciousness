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5b-6aa2-8085-8000-0000312f6d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75-8f22-8676-8000-0000b6058f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67-d772-8e47-8000-000010c4fc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74-c102-83c3-8000-0000f25959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74-8af2-817b-8000-00007b6c8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68-3932-850a-8000-0000779fb4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8e-ea62-8a58-8000-0000bffb18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8e-70a2-8699-8000-0000b05e0d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85-4562-8590-8000-00002ace02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8f-d372-8f1b-8000-00001f127c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8b-af52-8978-8000-00004173eda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9d-0162-8419-8000-0000a3327d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9c-b952-837e-8000-0000e53be7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ac-d5d2-8ef9-8000-0000f7e86d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a3-bcf2-81d3-8000-0000950261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a8-6c62-8b05-8000-00004d4fda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c4-4062-8d61-8000-00009d8c66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c8-05c2-8806-8000-0000179885a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c4-c552-839a-8000-0000b19a44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db8-d052-87b8-8000-000032c4f3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NeuroCHIMERA: GPU-Native Neuromorphic Consciousness</dc:title>
  <dc:subject>NeuroCHIMERA: GPU-Native Neuromorphic Consciousness</dc:subject>
  <dc:creator>Kimi</dc:creator>
  <cp:lastModifiedBy>Kimi</cp:lastModifiedBy>
  <cp:revision>1</cp:revision>
  <dcterms:created xsi:type="dcterms:W3CDTF">2025-12-03T10:59:12Z</dcterms:created>
  <dcterms:modified xsi:type="dcterms:W3CDTF">2025-12-03T10:59:12Z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{"Label":"NeuroCHIMERA: GPU-Native Neuromorphic Consciousness","ContentProducer":"001191110108MACG2KBH8F10000","ProduceID":"d4o1b42tuj3b99loi4bg","ReservedCode1":"","ContentPropagator":"001191110108MACG2KBH8F20000","PropagateID":"d4o1b42tuj3b99loi4bg","ReservedCode2":""}</vt:lpwstr>
  </property>
</Properties>
</file>